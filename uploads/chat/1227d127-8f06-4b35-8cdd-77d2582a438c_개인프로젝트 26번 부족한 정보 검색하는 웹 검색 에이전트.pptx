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64" r:id="rId15"/>
    <p:sldId id="26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4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AA7EC-F7EC-4653-C575-D01824289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89510B-4000-E12C-56ED-39CFCE6C6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E8F08A-C95C-A601-E495-F19F0F69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AE755-44CA-3F3B-33AC-8839879E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B7E744-D93E-573C-478F-847C71BC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87A12-E8D6-D764-9118-17C74A86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F56EC-2EB2-CEA1-0378-3AEF011E8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4E945-AD4F-9878-6600-006F4138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3E76-84C5-B5D5-E500-F88416FD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B3A533-EA74-EC25-8A20-C2452435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36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0635F-AF39-36F6-79C5-7FF3248F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CF92CA-1B3D-70AC-5BCF-CC09A0B3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90517-9FF3-83C4-B626-CC6C4099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182640-3AC2-CB6B-097A-79CF8D6A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0A2365-8C6B-6D47-87E5-AC89EDA6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11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DD6F4-5BE8-E035-9D0F-FDA35249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1EDD6-4E01-F120-699E-8656E0B57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9BD064-8DC5-598D-47E4-4BA7775D1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C3ACBD-D763-B651-782F-E687B025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16466B-9C43-6817-3F96-E39FFE75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855E2-38F2-BD8C-3A64-85CD921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47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D4C7B-EA4C-EBE5-A675-EEBF215F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CD4409-6A79-2AE7-9930-3B705BB6B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72F606-A48C-99F7-7144-574E33BC1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0BAC11-F963-4AFB-EE6E-FA20BB1E9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4E13B7-420D-30E2-ACB8-3F46AAECE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783394-EFFD-D3EE-1A63-2DC4FFA8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519F77-DB12-2AFB-891D-7DFB012A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66C8AD-20E6-D779-2A85-F4AD1419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93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E2546-03A1-CED2-1730-D99A56C5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1FA178-F9D6-8F0B-1023-73CE9F11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E67AFE-A111-75E1-953C-BD612B59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DFCCD4-E0FF-270C-7CAD-F8DE7FD4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25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74F3E1-5F59-5C31-F38A-884378F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F2597E-8756-CBE2-CB68-F72E90C4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12D2B8-8D97-57AB-FF3D-2B447E1F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62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4F61B-2D8F-0AC8-F86E-37F50747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6FF32-94DD-BF7D-CD4E-3E2487578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4A1090-8AB7-4106-7116-F8F374F95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1E2D95-D09F-A21C-DF2D-9A5569A9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5AC6CA-9500-F163-D172-3C1E1847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ED3DD3-E19A-8C03-5C02-04EBD881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55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EB359-5AC8-A8A1-C8AD-48C8CCB8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052F53-0D7A-0BDE-C99B-B840D9364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149173-DB6D-6CDC-2B44-CAECFE187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5576CC-FEB6-1629-39D8-A978B4E9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F130DF-D87B-689A-5639-76CF51BB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57FBD0-4C85-5758-0F74-03C82D6C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9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0B215-7ADE-301F-025A-11F2A5DA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1989B0-DF75-F190-6996-6A5BD5758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D31BED-270F-B6EA-0653-EA7D2F6B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AC23FF-DF1A-4CF2-96B4-6EFF7B84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46301-042B-4286-2327-D8110DB8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64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E8BEE7-DF63-341B-8273-C1AE58F48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EF0807-A083-09B5-DA16-9BA731619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313035-31E2-6A9D-E137-AE122030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F69BC-3289-E7A3-AC04-56CB4D44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02DE7-F2A9-9681-C484-CDD89C84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04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2F0DB8-BB65-FDC8-FB52-1C55FE78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93321-BC8D-B3B8-7896-47867103B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3EBA8-1FBD-BEB0-5B37-575DECF85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5FA9D-E58B-4DAC-AB00-0185BA7AC6A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F2698E-E9A8-5703-7C22-A5A54B95E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2F06C-EBC8-D96E-6F93-5DC294BF5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52266-F9E9-4E38-955F-9304B86B17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88BBE-8F03-F25E-6A38-657F11804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부족한 정보 검색하는 웹 검색 에이전트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2B1A3B-8758-D72C-AC37-FA9F8819BB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15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3C6D1-9290-1E21-5FB5-32E363E6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D33E69-51E3-3625-799E-C2D0956DA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133" y="171533"/>
            <a:ext cx="5545667" cy="651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4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5C409-332A-555E-259F-6B0132DB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A1980E4-9A21-447B-5261-24E460AAD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282" y="212703"/>
            <a:ext cx="9569824" cy="3818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9FF431-1C47-B783-0291-D1C1B5E1F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82" y="814548"/>
            <a:ext cx="10304930" cy="611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9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B4C56-4BBA-2113-8464-9131FD81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953" y="705784"/>
            <a:ext cx="10515600" cy="1325563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EE4F53E-669D-0C19-799D-D9B7423C2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809" y="171271"/>
            <a:ext cx="7737249" cy="65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3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D40BD-BD03-FB4E-0331-B34E3766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A7AEB1B-48A3-9043-6762-F0DEE6C2D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5436"/>
            <a:ext cx="7465985" cy="64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35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A8B98-38C7-6E3F-D219-47D67582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367F4BA-4173-B18E-463D-83C09FA87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553" y="1894291"/>
            <a:ext cx="10515600" cy="306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8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13928-55BB-F663-38F7-F3111B54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E15BA32-FA7A-F311-CC80-1BC785534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833" y="211977"/>
            <a:ext cx="7012273" cy="60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6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BDF94-C3E7-FD51-175B-A104D3BA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5D4D85-7E18-2E30-C0FC-43A89110C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DABED6-28ED-786F-807A-F5E1AE193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639"/>
            <a:ext cx="11116235" cy="392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6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F8DC0-9B76-6ECB-291C-959D8F4E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1988C64-0F5B-9199-477C-944C7C64A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659" y="1690688"/>
            <a:ext cx="10515600" cy="36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9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07AAB-7CC8-C883-58ED-7280D344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D117A3-FDD8-493C-6239-33C5B6CE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DB2075-3322-6097-62F8-0630B5FA0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428"/>
            <a:ext cx="12192000" cy="56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1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BA639-8F13-987E-AEA4-4827828A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50F97A2-35E1-89FB-9C3C-D0C681A25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01" y="579531"/>
            <a:ext cx="11895619" cy="570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1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5D539-2D3B-34DA-E788-F2803361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6AA410-FA5C-02F0-66EA-346643CFC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A8DF4E-288C-3AC4-121E-F9ABFB1AF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64" y="0"/>
            <a:ext cx="9150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FF18B-E13F-5B1B-88CA-5A17437A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E0EB2B-2703-6BD9-2FFD-1052434B6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8C811D-7FAE-16E5-CFE4-222833B8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155"/>
            <a:ext cx="12192000" cy="491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54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48C78-0B05-319D-BBD7-6367AEFE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CE3A679-A1BF-1EE2-3C78-5E81B17F3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280" y="131295"/>
            <a:ext cx="7118402" cy="62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CBC83-AC69-A900-5A6A-D903CA67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5731"/>
            <a:ext cx="10515600" cy="1325563"/>
          </a:xfrm>
        </p:spPr>
        <p:txBody>
          <a:bodyPr/>
          <a:lstStyle/>
          <a:p>
            <a:r>
              <a:rPr lang="ko-KR" altLang="en-US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627528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</Words>
  <Application>Microsoft Office PowerPoint</Application>
  <PresentationFormat>와이드스크린</PresentationFormat>
  <Paragraphs>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부족한 정보 검색하는 웹 검색 에이전트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재호 이</dc:creator>
  <cp:lastModifiedBy>이재호</cp:lastModifiedBy>
  <cp:revision>2</cp:revision>
  <dcterms:created xsi:type="dcterms:W3CDTF">2026-05-17T10:56:33Z</dcterms:created>
  <dcterms:modified xsi:type="dcterms:W3CDTF">2026-05-17T11:52:43Z</dcterms:modified>
</cp:coreProperties>
</file>