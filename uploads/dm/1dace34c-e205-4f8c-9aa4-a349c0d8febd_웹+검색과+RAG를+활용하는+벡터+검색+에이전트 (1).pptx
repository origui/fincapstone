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93" r:id="rId4"/>
    <p:sldId id="258" r:id="rId5"/>
    <p:sldId id="268" r:id="rId6"/>
    <p:sldId id="269" r:id="rId7"/>
    <p:sldId id="267" r:id="rId8"/>
    <p:sldId id="266" r:id="rId9"/>
    <p:sldId id="265" r:id="rId10"/>
    <p:sldId id="294" r:id="rId11"/>
    <p:sldId id="264" r:id="rId12"/>
    <p:sldId id="263" r:id="rId13"/>
    <p:sldId id="262" r:id="rId14"/>
    <p:sldId id="261" r:id="rId15"/>
    <p:sldId id="259" r:id="rId16"/>
    <p:sldId id="276" r:id="rId17"/>
    <p:sldId id="275" r:id="rId18"/>
    <p:sldId id="274" r:id="rId19"/>
    <p:sldId id="273" r:id="rId20"/>
    <p:sldId id="272" r:id="rId21"/>
    <p:sldId id="271" r:id="rId22"/>
    <p:sldId id="260" r:id="rId23"/>
    <p:sldId id="270" r:id="rId24"/>
    <p:sldId id="282" r:id="rId25"/>
    <p:sldId id="281" r:id="rId26"/>
    <p:sldId id="280" r:id="rId27"/>
    <p:sldId id="279" r:id="rId28"/>
    <p:sldId id="278" r:id="rId29"/>
    <p:sldId id="277" r:id="rId30"/>
    <p:sldId id="283" r:id="rId31"/>
    <p:sldId id="284" r:id="rId32"/>
    <p:sldId id="285" r:id="rId33"/>
    <p:sldId id="286" r:id="rId34"/>
    <p:sldId id="291" r:id="rId35"/>
    <p:sldId id="287" r:id="rId36"/>
    <p:sldId id="288" r:id="rId37"/>
    <p:sldId id="289" r:id="rId38"/>
    <p:sldId id="290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E06BE-F9FA-1F63-C247-540CD1B0D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E36B06-D5FD-E8DD-1DB2-0F5A96C09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647B48-A503-41FC-139C-6FA64AD6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CCEFBA-13AA-E729-7EC3-4889EFA5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F09955-96DF-3011-DACB-E2E59DE5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06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CD98C-4557-BD20-A34A-AD87C99C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3A517-C07B-69CF-0F49-A28312E75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072B80-07DE-A50E-6D63-B8F725BF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FE7BE4-66D9-A9C0-2BD9-AAE51BE1B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D53DC1-9181-13E0-462C-33CBF432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34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4BB4F8-B4FD-27D9-8D12-7DAB29DE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FD4D32-9799-EAAF-5F4C-EA8879814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314775-AD09-8E9C-F042-A173186B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359D7E-3A9F-045E-556D-651A3782F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3E9342-0804-16E6-59B7-1250AAB7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92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58821-73EB-B783-CE7D-2E3F7857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EDC640-649F-55B9-EA32-63AAEF764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4FEAA6-4EC9-2D1E-4AFC-7592571AC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AA6700-B5EB-34B8-5C9E-854657B3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3D3B5E-055D-E0FE-FF22-115069E95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91BE8C-97D9-EC8B-9DF1-9B334E0D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602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5E09F-B303-F391-F359-4A280EDD7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CEBC47-DF0F-9CF2-5394-E2DF17420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E12874-34BA-223C-663B-9D26AAE10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08D98F-E06C-148B-66E8-56BD78E6E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4F9272-15AD-63F3-F1D2-00C980A9B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919BCE-6B98-2252-7FB6-85E84A5E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3B7CCA-7F05-ABD5-4C9C-17B7EAC41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FC4E1A-7162-DD7A-0B53-69A79C6A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07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698F-4C20-250E-E0C1-AFD9E525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DD7251-F10F-1AB1-ACA4-1D0FD4EE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023637-F67B-D161-642B-5A214B2A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CFDA2B-327F-8106-4BCF-F569BEA9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86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6B2B7A-9F77-53FF-6591-3C96B945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153C74-336D-4CD3-7A0A-D7617CCEF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F63928-A8FD-E603-BBE0-2570EC79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88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0767F-CA72-0255-B2B4-E6E48F561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D750DF-B9C8-CF0C-018E-9BFA20D0D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4E70D1-FC50-0E3E-1244-08A354DEF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D1E20F-A0C7-071A-192E-C833EF82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C34C8B-50D8-F2FA-EAB0-4B8B7E58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2562FE-75E5-992B-92D2-8A60AA7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118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3A3753-E08C-B4FD-E9E1-28FF2487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BE8D03-18BC-2E60-2154-55F8F0886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D98448-5A3D-26D9-2DAF-8BA50CC78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87A0A4-3CFE-7E56-4C16-7199C363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EBA77E-C04A-7FE2-78E4-CF933B04A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107A56-CF4C-8BD4-2C54-BB7F5A22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049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FA561-35E2-BDF1-52FD-6BAE19CD5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A5EFE3-2380-267D-AAD2-5386944D6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5061C-BE5E-C3A6-72BA-3C0C4FB76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41D22-72C5-100B-C3E3-922D14313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8AF5EB-3A2E-35CB-EFEB-9C6B79FA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226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528D6DF-ABC0-04F4-7FB2-A1BA726BD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7BD724-B3CF-5873-5E74-0F5A456D6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67B8A2-AA92-1B39-8C29-AEBC3D7B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14E0CD-FAF6-7D94-3FF5-0328C8B98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CB9367-8666-C6C0-2939-4C4BE5587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34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DEE082-3495-1349-4346-FDD81EEA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E51ADB-AC16-1045-9A06-F67D4A864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52F4C8-5B8D-645D-2233-F551E4BB1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1D4B47-3E80-400A-A0ED-A3935BF56C97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2FD94E-878D-0CF7-B310-C49925FDF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AB79A8-ADBF-73C2-67B7-3BF66F4D0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30C98-F49B-4A57-9D22-BB5D0A3DF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59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17B41-2CA8-C52E-504B-21A51ED04C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검색과 </a:t>
            </a:r>
            <a:r>
              <a:rPr lang="en-US" altLang="ko-KR" dirty="0"/>
              <a:t>RAG</a:t>
            </a:r>
            <a:r>
              <a:rPr lang="ko-KR" altLang="en-US" dirty="0"/>
              <a:t>를 활용하는 벡터 검색 에이전트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E2634E-F0AF-129E-9AE5-D5E8DE715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en-US" altLang="ko-KR" dirty="0"/>
              <a:t>202168042 </a:t>
            </a:r>
            <a:r>
              <a:rPr lang="ko-KR" altLang="en-US" dirty="0"/>
              <a:t>이웅현</a:t>
            </a:r>
          </a:p>
        </p:txBody>
      </p:sp>
    </p:spTree>
    <p:extLst>
      <p:ext uri="{BB962C8B-B14F-4D97-AF65-F5344CB8AC3E}">
        <p14:creationId xmlns:p14="http://schemas.microsoft.com/office/powerpoint/2010/main" val="410035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6EE2A-BD37-8C09-D456-FA58EB1C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596"/>
            <a:ext cx="10515600" cy="1325563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F40FB6-E0E1-5CA1-AC57-11CEB2547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806"/>
            <a:ext cx="10515600" cy="521353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ko-KR" altLang="en-US" sz="2400" dirty="0"/>
              <a:t>웹 검색 기능 만들기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000" dirty="0"/>
              <a:t>      1) </a:t>
            </a:r>
            <a:r>
              <a:rPr lang="ko-KR" altLang="en-US" sz="2000" dirty="0" err="1"/>
              <a:t>타빌리</a:t>
            </a:r>
            <a:r>
              <a:rPr lang="ko-KR" altLang="en-US" sz="2000" dirty="0"/>
              <a:t> 검색 함수 만들기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2) </a:t>
            </a:r>
            <a:r>
              <a:rPr lang="en-US" altLang="ko-KR" sz="2000" dirty="0" err="1"/>
              <a:t>WebBaseLoader</a:t>
            </a:r>
            <a:r>
              <a:rPr lang="ko-KR" altLang="en-US" sz="2000" dirty="0"/>
              <a:t>로 페이지 읽어오기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3) JSON</a:t>
            </a:r>
            <a:r>
              <a:rPr lang="ko-KR" altLang="en-US" sz="2000" dirty="0"/>
              <a:t>형태로 저장하기</a:t>
            </a:r>
            <a:endParaRPr lang="en-US" altLang="ko-KR" sz="2000" dirty="0"/>
          </a:p>
          <a:p>
            <a:pPr marL="514350" indent="-514350">
              <a:buAutoNum type="arabicPeriod" startAt="2"/>
            </a:pPr>
            <a:r>
              <a:rPr lang="ko-KR" altLang="en-US" sz="2400" dirty="0"/>
              <a:t>벡터</a:t>
            </a:r>
            <a:r>
              <a:rPr lang="en-US" altLang="ko-KR" sz="2400" dirty="0"/>
              <a:t>DB </a:t>
            </a:r>
            <a:r>
              <a:rPr lang="ko-KR" altLang="en-US" sz="2400" dirty="0"/>
              <a:t>만들기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000" dirty="0"/>
              <a:t>      1) </a:t>
            </a:r>
            <a:r>
              <a:rPr lang="ko-KR" altLang="en-US" sz="2000" dirty="0" err="1"/>
              <a:t>랭체인</a:t>
            </a:r>
            <a:r>
              <a:rPr lang="ko-KR" altLang="en-US" sz="2000" dirty="0"/>
              <a:t> </a:t>
            </a:r>
            <a:r>
              <a:rPr lang="en-US" altLang="ko-KR" sz="2000" dirty="0"/>
              <a:t>Document </a:t>
            </a:r>
            <a:r>
              <a:rPr lang="ko-KR" altLang="en-US" sz="2000" dirty="0"/>
              <a:t>객체로 변환하기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2) </a:t>
            </a:r>
            <a:r>
              <a:rPr lang="ko-KR" altLang="en-US" sz="2000" dirty="0"/>
              <a:t>벡터</a:t>
            </a:r>
            <a:r>
              <a:rPr lang="en-US" altLang="ko-KR" sz="2000" dirty="0"/>
              <a:t>DB </a:t>
            </a:r>
            <a:r>
              <a:rPr lang="ko-KR" altLang="en-US" sz="2000" dirty="0"/>
              <a:t>에 저장하기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3) </a:t>
            </a:r>
            <a:r>
              <a:rPr lang="ko-KR" altLang="en-US" sz="2000" dirty="0" err="1"/>
              <a:t>리트리버</a:t>
            </a:r>
            <a:r>
              <a:rPr lang="ko-KR" altLang="en-US" sz="2000" dirty="0"/>
              <a:t> 만들기</a:t>
            </a:r>
            <a:endParaRPr lang="en-US" altLang="ko-KR" sz="2000" dirty="0"/>
          </a:p>
          <a:p>
            <a:pPr marL="457200" indent="-457200">
              <a:buAutoNum type="arabicPeriod" startAt="3"/>
            </a:pPr>
            <a:r>
              <a:rPr lang="ko-KR" altLang="en-US" sz="2400" dirty="0" err="1"/>
              <a:t>랭그래프에</a:t>
            </a:r>
            <a:r>
              <a:rPr lang="ko-KR" altLang="en-US" sz="2400" dirty="0"/>
              <a:t> 연결하기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</a:t>
            </a:r>
            <a:r>
              <a:rPr lang="en-US" altLang="ko-KR" sz="2000" dirty="0"/>
              <a:t>1) </a:t>
            </a:r>
            <a:r>
              <a:rPr lang="ko-KR" altLang="en-US" sz="2000" dirty="0"/>
              <a:t>벡터 검색 에이전트 만들기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2) </a:t>
            </a:r>
            <a:r>
              <a:rPr lang="ko-KR" altLang="en-US" sz="2000" dirty="0"/>
              <a:t>벡터 검색 에이전트에 </a:t>
            </a:r>
            <a:r>
              <a:rPr lang="en-US" altLang="ko-KR" sz="2000" dirty="0"/>
              <a:t>RAG </a:t>
            </a:r>
            <a:r>
              <a:rPr lang="ko-KR" altLang="en-US" sz="2000" dirty="0"/>
              <a:t>구현하기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3) </a:t>
            </a:r>
            <a:r>
              <a:rPr lang="ko-KR" altLang="en-US" sz="2000" dirty="0"/>
              <a:t>참고자료 </a:t>
            </a:r>
            <a:r>
              <a:rPr lang="en-US" altLang="ko-KR" sz="2000" dirty="0"/>
              <a:t>JSON </a:t>
            </a:r>
            <a:r>
              <a:rPr lang="ko-KR" altLang="en-US" sz="2000" dirty="0"/>
              <a:t>형태로 저장하기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3852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BB0F5768-BADC-5918-6C34-1490ACBC3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596"/>
            <a:ext cx="10515600" cy="6443993"/>
          </a:xfrm>
        </p:spPr>
        <p:txBody>
          <a:bodyPr/>
          <a:lstStyle/>
          <a:p>
            <a:pPr algn="ctr"/>
            <a:r>
              <a:rPr lang="ko-KR" altLang="en-US" dirty="0" err="1"/>
              <a:t>타빌리</a:t>
            </a:r>
            <a:r>
              <a:rPr lang="ko-KR" altLang="en-US" dirty="0"/>
              <a:t> 검색 함수 만들기</a:t>
            </a:r>
          </a:p>
        </p:txBody>
      </p:sp>
    </p:spTree>
    <p:extLst>
      <p:ext uri="{BB962C8B-B14F-4D97-AF65-F5344CB8AC3E}">
        <p14:creationId xmlns:p14="http://schemas.microsoft.com/office/powerpoint/2010/main" val="4042705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C14AA03-0EC8-2A7F-3379-1276E65EE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6561826" cy="6862117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B99DC418-3C6C-D999-F18B-BEF5C2B6DAFD}"/>
              </a:ext>
            </a:extLst>
          </p:cNvPr>
          <p:cNvSpPr/>
          <p:nvPr/>
        </p:nvSpPr>
        <p:spPr>
          <a:xfrm>
            <a:off x="3640346" y="5290869"/>
            <a:ext cx="4002657" cy="1380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CBFD23-749B-6B90-5169-35F8F1E032E9}"/>
              </a:ext>
            </a:extLst>
          </p:cNvPr>
          <p:cNvSpPr txBox="1"/>
          <p:nvPr/>
        </p:nvSpPr>
        <p:spPr>
          <a:xfrm>
            <a:off x="7712015" y="4898215"/>
            <a:ext cx="2950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Include_raw_content</a:t>
            </a:r>
            <a:r>
              <a:rPr lang="ko-KR" altLang="en-US" dirty="0"/>
              <a:t>를 </a:t>
            </a:r>
            <a:r>
              <a:rPr lang="en-US" altLang="ko-KR" dirty="0"/>
              <a:t>True </a:t>
            </a:r>
            <a:r>
              <a:rPr lang="ko-KR" altLang="en-US" dirty="0"/>
              <a:t>함으로 페이지의 전체를 가져옴</a:t>
            </a:r>
          </a:p>
        </p:txBody>
      </p:sp>
    </p:spTree>
    <p:extLst>
      <p:ext uri="{BB962C8B-B14F-4D97-AF65-F5344CB8AC3E}">
        <p14:creationId xmlns:p14="http://schemas.microsoft.com/office/powerpoint/2010/main" val="355210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1126F-1DA8-181D-86BD-1184712F0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F90BB0C-751B-C179-5AE8-35673987D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117" y="1161690"/>
            <a:ext cx="10515600" cy="426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65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89199-7C07-30F4-587C-763B0DEA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WebBaseLoader</a:t>
            </a:r>
            <a:r>
              <a:rPr lang="ko-KR" altLang="en-US" dirty="0"/>
              <a:t>로 페이지 읽기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44DA6E6-D9E3-A9AF-2EB5-9EA667C93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30391"/>
            <a:ext cx="6149805" cy="12032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CA527C5-7972-C8F0-2C5F-97A2251D2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1681147" cy="2768099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2C7F663-CF0B-8399-2CBD-AF46E0C25EAF}"/>
              </a:ext>
            </a:extLst>
          </p:cNvPr>
          <p:cNvSpPr/>
          <p:nvPr/>
        </p:nvSpPr>
        <p:spPr>
          <a:xfrm>
            <a:off x="5986731" y="2066619"/>
            <a:ext cx="1518249" cy="1955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B22205-DD73-5A68-9FD1-C300E295860E}"/>
              </a:ext>
            </a:extLst>
          </p:cNvPr>
          <p:cNvSpPr txBox="1"/>
          <p:nvPr/>
        </p:nvSpPr>
        <p:spPr>
          <a:xfrm>
            <a:off x="7504980" y="1841219"/>
            <a:ext cx="2881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WebBaseLoader</a:t>
            </a:r>
            <a:r>
              <a:rPr lang="ko-KR" altLang="en-US" dirty="0"/>
              <a:t>를 활용하기 위해 </a:t>
            </a:r>
            <a:r>
              <a:rPr lang="en-US" altLang="ko-KR" dirty="0"/>
              <a:t>import</a:t>
            </a:r>
            <a:r>
              <a:rPr lang="ko-KR" altLang="en-US" dirty="0"/>
              <a:t>문 추가</a:t>
            </a:r>
          </a:p>
        </p:txBody>
      </p:sp>
    </p:spTree>
    <p:extLst>
      <p:ext uri="{BB962C8B-B14F-4D97-AF65-F5344CB8AC3E}">
        <p14:creationId xmlns:p14="http://schemas.microsoft.com/office/powerpoint/2010/main" val="266801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632CA6-25C1-EC7C-52EC-498F7F24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57DD1-E3E0-AE21-5A91-770E4A610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9AF6B3-CB72-5D6F-B187-1DAE9B2F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92" y="1595405"/>
            <a:ext cx="10896680" cy="458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60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D3A6795-56A7-0CC3-4E26-10AABB962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596" y="196407"/>
            <a:ext cx="6572693" cy="29033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1BEC5FD-53B9-3EA6-F445-20FEAC1ED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96" y="3429000"/>
            <a:ext cx="6565237" cy="2903351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FC18FF1-A5E6-7860-B7FE-DDDEDAD25CE9}"/>
              </a:ext>
            </a:extLst>
          </p:cNvPr>
          <p:cNvSpPr/>
          <p:nvPr/>
        </p:nvSpPr>
        <p:spPr>
          <a:xfrm>
            <a:off x="6096000" y="2033678"/>
            <a:ext cx="1794294" cy="3508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5340E-13B3-DA9E-0270-557D333F6D6F}"/>
              </a:ext>
            </a:extLst>
          </p:cNvPr>
          <p:cNvSpPr txBox="1"/>
          <p:nvPr/>
        </p:nvSpPr>
        <p:spPr>
          <a:xfrm>
            <a:off x="7890294" y="1885915"/>
            <a:ext cx="3525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웹페이지 </a:t>
            </a:r>
            <a:r>
              <a:rPr lang="ko-KR" altLang="en-US" dirty="0" err="1"/>
              <a:t>로드할</a:t>
            </a:r>
            <a:r>
              <a:rPr lang="ko-KR" altLang="en-US" dirty="0"/>
              <a:t> 때 오류가 나면</a:t>
            </a:r>
            <a:r>
              <a:rPr lang="en-US" altLang="ko-KR" dirty="0"/>
              <a:t>, </a:t>
            </a:r>
            <a:r>
              <a:rPr lang="en-US" altLang="ko-KR" dirty="0" err="1"/>
              <a:t>Tavily</a:t>
            </a:r>
            <a:r>
              <a:rPr lang="ko-KR" altLang="en-US" dirty="0"/>
              <a:t>가 가져온 데이터로 대체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D80B59B3-794B-74FE-7B17-490ADD8EFEAE}"/>
              </a:ext>
            </a:extLst>
          </p:cNvPr>
          <p:cNvSpPr/>
          <p:nvPr/>
        </p:nvSpPr>
        <p:spPr>
          <a:xfrm>
            <a:off x="6346166" y="5211074"/>
            <a:ext cx="1794294" cy="3508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961856-38C9-DEAB-8AFD-D353592856B2}"/>
              </a:ext>
            </a:extLst>
          </p:cNvPr>
          <p:cNvSpPr txBox="1"/>
          <p:nvPr/>
        </p:nvSpPr>
        <p:spPr>
          <a:xfrm>
            <a:off x="8140460" y="5049328"/>
            <a:ext cx="3275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줄바꿈이나</a:t>
            </a:r>
            <a:r>
              <a:rPr lang="ko-KR" altLang="en-US" dirty="0"/>
              <a:t> </a:t>
            </a:r>
            <a:r>
              <a:rPr lang="ko-KR" altLang="en-US" dirty="0" err="1"/>
              <a:t>띄워쓰기를</a:t>
            </a:r>
            <a:r>
              <a:rPr lang="ko-KR" altLang="en-US" dirty="0"/>
              <a:t> 줄여 토큰 비용 감소</a:t>
            </a:r>
          </a:p>
        </p:txBody>
      </p:sp>
    </p:spTree>
    <p:extLst>
      <p:ext uri="{BB962C8B-B14F-4D97-AF65-F5344CB8AC3E}">
        <p14:creationId xmlns:p14="http://schemas.microsoft.com/office/powerpoint/2010/main" val="157929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86AFE-1774-05C4-185E-DFA35CE39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E3F3292-884F-F563-D1A4-C81C32ADD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666" y="1027906"/>
            <a:ext cx="9800620" cy="496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94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49D49-6F83-1492-19D1-32AC3530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1169"/>
          </a:xfrm>
        </p:spPr>
        <p:txBody>
          <a:bodyPr/>
          <a:lstStyle/>
          <a:p>
            <a:pPr algn="ctr"/>
            <a:r>
              <a:rPr lang="en-US" altLang="ko-KR" dirty="0"/>
              <a:t>JSON </a:t>
            </a:r>
            <a:r>
              <a:rPr lang="ko-KR" altLang="en-US" dirty="0"/>
              <a:t>형태로 저장하기</a:t>
            </a:r>
          </a:p>
        </p:txBody>
      </p:sp>
    </p:spTree>
    <p:extLst>
      <p:ext uri="{BB962C8B-B14F-4D97-AF65-F5344CB8AC3E}">
        <p14:creationId xmlns:p14="http://schemas.microsoft.com/office/powerpoint/2010/main" val="605680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D65B9EF-B64C-82AA-932E-096A861DF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90" y="102626"/>
            <a:ext cx="6984479" cy="20999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D51D26-B720-A6DB-839C-A83B19530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0" y="2412059"/>
            <a:ext cx="10675363" cy="12625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2BEF47-84B6-A6EF-FC52-36A53EC9A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73070"/>
            <a:ext cx="8344619" cy="1157302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54E1477-CCC5-D551-4EFE-170321791E2D}"/>
              </a:ext>
            </a:extLst>
          </p:cNvPr>
          <p:cNvSpPr/>
          <p:nvPr/>
        </p:nvSpPr>
        <p:spPr>
          <a:xfrm>
            <a:off x="5883214" y="897147"/>
            <a:ext cx="2024332" cy="333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912203-5374-90C4-2F27-0B71282FD3C7}"/>
              </a:ext>
            </a:extLst>
          </p:cNvPr>
          <p:cNvSpPr txBox="1"/>
          <p:nvPr/>
        </p:nvSpPr>
        <p:spPr>
          <a:xfrm>
            <a:off x="7970808" y="740758"/>
            <a:ext cx="3197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Json</a:t>
            </a:r>
            <a:r>
              <a:rPr lang="ko-KR" altLang="en-US" dirty="0"/>
              <a:t>과 날짜를 사용하기 위해 </a:t>
            </a:r>
            <a:r>
              <a:rPr lang="en-US" altLang="ko-KR" dirty="0"/>
              <a:t>datetime</a:t>
            </a:r>
            <a:r>
              <a:rPr lang="ko-KR" altLang="en-US" dirty="0"/>
              <a:t>과 </a:t>
            </a:r>
            <a:r>
              <a:rPr lang="en-US" altLang="ko-KR" dirty="0" err="1"/>
              <a:t>json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0AB1924F-5446-F1F3-241F-F1A06EEE2E6F}"/>
              </a:ext>
            </a:extLst>
          </p:cNvPr>
          <p:cNvSpPr/>
          <p:nvPr/>
        </p:nvSpPr>
        <p:spPr>
          <a:xfrm>
            <a:off x="2835215" y="3674601"/>
            <a:ext cx="322053" cy="6213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4D1C52-5420-78E6-6B17-66DDF9F25781}"/>
              </a:ext>
            </a:extLst>
          </p:cNvPr>
          <p:cNvSpPr txBox="1"/>
          <p:nvPr/>
        </p:nvSpPr>
        <p:spPr>
          <a:xfrm>
            <a:off x="1869055" y="4382218"/>
            <a:ext cx="2478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Json </a:t>
            </a:r>
            <a:r>
              <a:rPr lang="ko-KR" altLang="en-US" dirty="0"/>
              <a:t>파일 경로를 반환</a:t>
            </a:r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67F13642-FDD4-98F2-DDEF-B25D4DC91DFC}"/>
              </a:ext>
            </a:extLst>
          </p:cNvPr>
          <p:cNvSpPr/>
          <p:nvPr/>
        </p:nvSpPr>
        <p:spPr>
          <a:xfrm>
            <a:off x="7763774" y="2835215"/>
            <a:ext cx="431320" cy="11573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9AB46D-2531-604E-EAB5-000D9D3A8C64}"/>
              </a:ext>
            </a:extLst>
          </p:cNvPr>
          <p:cNvSpPr txBox="1"/>
          <p:nvPr/>
        </p:nvSpPr>
        <p:spPr>
          <a:xfrm>
            <a:off x="5279366" y="4209628"/>
            <a:ext cx="5382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Data</a:t>
            </a:r>
            <a:r>
              <a:rPr lang="ko-KR" altLang="en-US" dirty="0"/>
              <a:t>라는 폴더 안에 </a:t>
            </a:r>
            <a:r>
              <a:rPr lang="en-US" altLang="ko-KR" dirty="0" err="1"/>
              <a:t>resourses</a:t>
            </a:r>
            <a:r>
              <a:rPr lang="en-US" altLang="ko-KR" dirty="0"/>
              <a:t>_</a:t>
            </a:r>
            <a:r>
              <a:rPr lang="ko-KR" altLang="en-US" dirty="0"/>
              <a:t>현재 </a:t>
            </a:r>
            <a:r>
              <a:rPr lang="ko-KR" altLang="en-US" dirty="0" err="1"/>
              <a:t>날짜및</a:t>
            </a:r>
            <a:r>
              <a:rPr lang="ko-KR" altLang="en-US" dirty="0"/>
              <a:t> 시간을 파일 명으로 생성됨</a:t>
            </a:r>
          </a:p>
        </p:txBody>
      </p:sp>
    </p:spTree>
    <p:extLst>
      <p:ext uri="{BB962C8B-B14F-4D97-AF65-F5344CB8AC3E}">
        <p14:creationId xmlns:p14="http://schemas.microsoft.com/office/powerpoint/2010/main" val="2746688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CC6F54-8E92-E7E8-52BE-6727A41B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0966F-6C51-C242-3A8F-8ED633C9D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71F426-6713-97E9-440C-A6E014B31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000" y="390503"/>
            <a:ext cx="9677471" cy="607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52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D1DDF-89B6-C6F3-BACF-B78C58776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랭체인</a:t>
            </a:r>
            <a:r>
              <a:rPr lang="ko-KR" altLang="en-US" dirty="0"/>
              <a:t> </a:t>
            </a:r>
            <a:r>
              <a:rPr lang="en-US" altLang="ko-KR" dirty="0"/>
              <a:t>Document </a:t>
            </a:r>
            <a:r>
              <a:rPr lang="ko-KR" altLang="en-US" dirty="0"/>
              <a:t>객체로 변환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0467EEC-2356-5BEB-01D4-B7BA8630C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32702"/>
            <a:ext cx="9052148" cy="1103464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659A2AC9-3F45-4B53-CAC4-17EF0456B36D}"/>
              </a:ext>
            </a:extLst>
          </p:cNvPr>
          <p:cNvSpPr/>
          <p:nvPr/>
        </p:nvSpPr>
        <p:spPr>
          <a:xfrm>
            <a:off x="6688346" y="1775755"/>
            <a:ext cx="2685692" cy="3278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C957E9-22A2-2174-C7AA-230EBC5F3DB7}"/>
              </a:ext>
            </a:extLst>
          </p:cNvPr>
          <p:cNvSpPr txBox="1"/>
          <p:nvPr/>
        </p:nvSpPr>
        <p:spPr>
          <a:xfrm>
            <a:off x="9374038" y="1616491"/>
            <a:ext cx="2760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Document </a:t>
            </a:r>
            <a:r>
              <a:rPr lang="ko-KR" altLang="en-US" dirty="0"/>
              <a:t>객체 사용하기 위해서 임포트문 추가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A3F87F-5E3C-12E6-1E3F-1F20979209C8}"/>
              </a:ext>
            </a:extLst>
          </p:cNvPr>
          <p:cNvSpPr txBox="1"/>
          <p:nvPr/>
        </p:nvSpPr>
        <p:spPr>
          <a:xfrm>
            <a:off x="7499230" y="3360196"/>
            <a:ext cx="4088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Tavily</a:t>
            </a:r>
            <a:r>
              <a:rPr lang="en-US" altLang="ko-KR" dirty="0"/>
              <a:t> </a:t>
            </a:r>
            <a:r>
              <a:rPr lang="ko-KR" altLang="en-US" dirty="0"/>
              <a:t>검색에서 얻은 정보는 </a:t>
            </a:r>
            <a:r>
              <a:rPr lang="en-US" altLang="ko-KR" dirty="0" err="1"/>
              <a:t>conten</a:t>
            </a:r>
            <a:r>
              <a:rPr lang="ko-KR" altLang="en-US" dirty="0"/>
              <a:t>에</a:t>
            </a:r>
            <a:r>
              <a:rPr lang="en-US" altLang="ko-KR" dirty="0"/>
              <a:t>, </a:t>
            </a:r>
            <a:r>
              <a:rPr lang="ko-KR" altLang="en-US" dirty="0"/>
              <a:t>웹페이지를 열어 얻은 정보는 </a:t>
            </a:r>
            <a:r>
              <a:rPr lang="en-US" altLang="ko-KR" dirty="0" err="1"/>
              <a:t>raw_content</a:t>
            </a:r>
            <a:r>
              <a:rPr lang="ko-KR" altLang="en-US" dirty="0"/>
              <a:t>에 저장 후 길이가 더 긴 정보를 </a:t>
            </a:r>
            <a:r>
              <a:rPr lang="en-US" altLang="ko-KR" dirty="0" err="1"/>
              <a:t>page_content</a:t>
            </a:r>
            <a:r>
              <a:rPr lang="ko-KR" altLang="en-US" dirty="0"/>
              <a:t>로 사용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5F2988-7910-563C-8436-1B997C39D6B6}"/>
              </a:ext>
            </a:extLst>
          </p:cNvPr>
          <p:cNvSpPr txBox="1"/>
          <p:nvPr/>
        </p:nvSpPr>
        <p:spPr>
          <a:xfrm>
            <a:off x="7545238" y="4922808"/>
            <a:ext cx="4341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Metadata</a:t>
            </a:r>
            <a:r>
              <a:rPr lang="ko-KR" altLang="en-US" dirty="0"/>
              <a:t>에 웹 페이지의 </a:t>
            </a:r>
            <a:r>
              <a:rPr lang="en-US" altLang="ko-KR" dirty="0"/>
              <a:t>title,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대입하고 </a:t>
            </a:r>
            <a:r>
              <a:rPr lang="en-US" altLang="ko-KR" dirty="0"/>
              <a:t>Document </a:t>
            </a:r>
            <a:r>
              <a:rPr lang="ko-KR" altLang="en-US" dirty="0"/>
              <a:t>생성 후</a:t>
            </a:r>
            <a:endParaRPr lang="en-US" altLang="ko-KR" dirty="0"/>
          </a:p>
          <a:p>
            <a:r>
              <a:rPr lang="en-US" altLang="ko-KR" dirty="0"/>
              <a:t>Document </a:t>
            </a:r>
            <a:r>
              <a:rPr lang="ko-KR" altLang="en-US" dirty="0"/>
              <a:t>반환</a:t>
            </a:r>
            <a:endParaRPr lang="en-US" altLang="ko-KR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532ED0E-872B-24A4-E01B-19A1BBE09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01032"/>
            <a:ext cx="7044906" cy="3809571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B00CF7B-6A38-157D-A9C6-6EAFCF415E5E}"/>
              </a:ext>
            </a:extLst>
          </p:cNvPr>
          <p:cNvSpPr/>
          <p:nvPr/>
        </p:nvSpPr>
        <p:spPr>
          <a:xfrm>
            <a:off x="5983854" y="5181600"/>
            <a:ext cx="1408981" cy="379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01A23D3-EAD4-698A-DD50-3C0E60046906}"/>
              </a:ext>
            </a:extLst>
          </p:cNvPr>
          <p:cNvSpPr/>
          <p:nvPr/>
        </p:nvSpPr>
        <p:spPr>
          <a:xfrm>
            <a:off x="5983855" y="3657600"/>
            <a:ext cx="1408981" cy="379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170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E7AE748-7E50-408C-D331-600EF2943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33" y="88248"/>
            <a:ext cx="7071557" cy="34155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CC47E7-0108-7B21-F3FA-E3DC7F467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6" y="3702703"/>
            <a:ext cx="9320600" cy="2071244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9367A3E-DDB4-B242-E5E6-EA6628683E04}"/>
              </a:ext>
            </a:extLst>
          </p:cNvPr>
          <p:cNvSpPr/>
          <p:nvPr/>
        </p:nvSpPr>
        <p:spPr>
          <a:xfrm rot="1800035">
            <a:off x="2254370" y="5762446"/>
            <a:ext cx="828136" cy="3163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3377CE-6243-DEE0-10B7-EB40442980A9}"/>
              </a:ext>
            </a:extLst>
          </p:cNvPr>
          <p:cNvSpPr txBox="1"/>
          <p:nvPr/>
        </p:nvSpPr>
        <p:spPr>
          <a:xfrm>
            <a:off x="3106107" y="5972888"/>
            <a:ext cx="227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Document</a:t>
            </a:r>
            <a:r>
              <a:rPr lang="ko-KR" altLang="en-US" dirty="0"/>
              <a:t>의 마지막 값 출력</a:t>
            </a:r>
          </a:p>
        </p:txBody>
      </p:sp>
    </p:spTree>
    <p:extLst>
      <p:ext uri="{BB962C8B-B14F-4D97-AF65-F5344CB8AC3E}">
        <p14:creationId xmlns:p14="http://schemas.microsoft.com/office/powerpoint/2010/main" val="1367587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94131-4DF4-8012-1572-60AC8E28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14B2F15-DCB6-5E3E-07A9-210289B88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0193" y="1430937"/>
            <a:ext cx="12222193" cy="399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88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60D0713-A729-6E5F-48BD-B6605AEF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076"/>
            <a:ext cx="8959970" cy="10650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440D175-A86E-5A41-8D6D-AA457E937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8458"/>
            <a:ext cx="8959970" cy="28681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19BEB1C-D44A-036D-C53C-FFF4E3602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40928"/>
            <a:ext cx="8959970" cy="1184989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84563D65-878E-0D7B-9A21-56D4F161C536}"/>
              </a:ext>
            </a:extLst>
          </p:cNvPr>
          <p:cNvSpPr/>
          <p:nvPr/>
        </p:nvSpPr>
        <p:spPr>
          <a:xfrm>
            <a:off x="8793192" y="913451"/>
            <a:ext cx="713117" cy="3163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F1A15B-7B8C-AB3F-64C7-7BE034E32918}"/>
              </a:ext>
            </a:extLst>
          </p:cNvPr>
          <p:cNvSpPr txBox="1"/>
          <p:nvPr/>
        </p:nvSpPr>
        <p:spPr>
          <a:xfrm>
            <a:off x="9563818" y="649100"/>
            <a:ext cx="2507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청크단위로</a:t>
            </a:r>
            <a:r>
              <a:rPr lang="ko-KR" altLang="en-US" dirty="0"/>
              <a:t> 나누기 위해 임포트문 추가</a:t>
            </a:r>
          </a:p>
        </p:txBody>
      </p:sp>
    </p:spTree>
    <p:extLst>
      <p:ext uri="{BB962C8B-B14F-4D97-AF65-F5344CB8AC3E}">
        <p14:creationId xmlns:p14="http://schemas.microsoft.com/office/powerpoint/2010/main" val="690534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D6421-38B3-D914-90B0-C2A17A7D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B26170-0EC9-0BC9-7B65-8BF6F9182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D6739F-46C5-CDA7-3CBE-54D12AA74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0236"/>
            <a:ext cx="12122298" cy="446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04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FA8FC-F304-41FF-31FA-1DB57153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7A386E2-5BF5-3484-DF97-7FC7B6182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5411638" cy="37430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9B6AF1F-DCC5-6C54-FAFC-0573574A8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22" y="2664192"/>
            <a:ext cx="7210478" cy="4210081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0109791-F224-A8CD-E7B0-68C3D54A441E}"/>
              </a:ext>
            </a:extLst>
          </p:cNvPr>
          <p:cNvSpPr/>
          <p:nvPr/>
        </p:nvSpPr>
        <p:spPr>
          <a:xfrm rot="20219522">
            <a:off x="3401359" y="2441250"/>
            <a:ext cx="2524664" cy="2248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DAA065-3EB7-0DB2-2CAB-1A87A71E8BF1}"/>
              </a:ext>
            </a:extLst>
          </p:cNvPr>
          <p:cNvSpPr txBox="1"/>
          <p:nvPr/>
        </p:nvSpPr>
        <p:spPr>
          <a:xfrm>
            <a:off x="5860211" y="1887064"/>
            <a:ext cx="2800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DB</a:t>
            </a:r>
            <a:r>
              <a:rPr lang="ko-KR" altLang="en-US" dirty="0"/>
              <a:t>에 영구 저장</a:t>
            </a:r>
          </a:p>
        </p:txBody>
      </p:sp>
    </p:spTree>
    <p:extLst>
      <p:ext uri="{BB962C8B-B14F-4D97-AF65-F5344CB8AC3E}">
        <p14:creationId xmlns:p14="http://schemas.microsoft.com/office/powerpoint/2010/main" val="244354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7BA3348-8E54-0D0A-B387-98002DE7B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151"/>
            <a:ext cx="6134145" cy="26003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248D405-5120-85A4-589C-3D51DE60E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73203"/>
            <a:ext cx="7086652" cy="128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48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9442A8A-5A64-7FB5-F71E-2EF00A7FF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4" y="804856"/>
            <a:ext cx="10953830" cy="17716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DE05D9B-B02D-6EF9-F87E-C9CE43E08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880" y="4202128"/>
            <a:ext cx="6453778" cy="645377"/>
          </a:xfrm>
          <a:prstGeom prst="rect">
            <a:avLst/>
          </a:prstGeom>
        </p:spPr>
      </p:pic>
      <p:sp>
        <p:nvSpPr>
          <p:cNvPr id="8" name="화살표: 위쪽 7">
            <a:extLst>
              <a:ext uri="{FF2B5EF4-FFF2-40B4-BE49-F238E27FC236}">
                <a16:creationId xmlns:a16="http://schemas.microsoft.com/office/drawing/2014/main" id="{D0323A1E-39C4-DBDD-CF86-7E7B85AAF929}"/>
              </a:ext>
            </a:extLst>
          </p:cNvPr>
          <p:cNvSpPr/>
          <p:nvPr/>
        </p:nvSpPr>
        <p:spPr>
          <a:xfrm>
            <a:off x="5279366" y="2651185"/>
            <a:ext cx="350808" cy="66710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2B773-4F70-641B-D3A4-77B49D577EEE}"/>
              </a:ext>
            </a:extLst>
          </p:cNvPr>
          <p:cNvSpPr txBox="1"/>
          <p:nvPr/>
        </p:nvSpPr>
        <p:spPr>
          <a:xfrm>
            <a:off x="3879011" y="3392960"/>
            <a:ext cx="3151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새로 저장 할 때 실행 결과</a:t>
            </a:r>
            <a:endParaRPr lang="ko-KR" altLang="en-US" dirty="0"/>
          </a:p>
        </p:txBody>
      </p:sp>
      <p:sp>
        <p:nvSpPr>
          <p:cNvPr id="10" name="화살표: 위쪽 9">
            <a:extLst>
              <a:ext uri="{FF2B5EF4-FFF2-40B4-BE49-F238E27FC236}">
                <a16:creationId xmlns:a16="http://schemas.microsoft.com/office/drawing/2014/main" id="{78F57A89-D339-CC58-CF1A-EF7D4E04ED28}"/>
              </a:ext>
            </a:extLst>
          </p:cNvPr>
          <p:cNvSpPr/>
          <p:nvPr/>
        </p:nvSpPr>
        <p:spPr>
          <a:xfrm>
            <a:off x="5272176" y="4943903"/>
            <a:ext cx="365185" cy="8177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5E60A-9B8F-A288-ADF1-CB3DAE9826A4}"/>
              </a:ext>
            </a:extLst>
          </p:cNvPr>
          <p:cNvSpPr txBox="1"/>
          <p:nvPr/>
        </p:nvSpPr>
        <p:spPr>
          <a:xfrm>
            <a:off x="4234130" y="5940725"/>
            <a:ext cx="244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저장 후 실행 시 결과</a:t>
            </a:r>
          </a:p>
        </p:txBody>
      </p:sp>
    </p:spTree>
    <p:extLst>
      <p:ext uri="{BB962C8B-B14F-4D97-AF65-F5344CB8AC3E}">
        <p14:creationId xmlns:p14="http://schemas.microsoft.com/office/powerpoint/2010/main" val="2089096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6345D8-2F83-C359-73B3-A241F48B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442" y="1210285"/>
            <a:ext cx="6602818" cy="1697423"/>
          </a:xfrm>
          <a:prstGeom prst="rect">
            <a:avLst/>
          </a:prstGeom>
        </p:spPr>
      </p:pic>
      <p:sp>
        <p:nvSpPr>
          <p:cNvPr id="6" name="화살표: 위쪽 5">
            <a:extLst>
              <a:ext uri="{FF2B5EF4-FFF2-40B4-BE49-F238E27FC236}">
                <a16:creationId xmlns:a16="http://schemas.microsoft.com/office/drawing/2014/main" id="{1C7643E8-0ED4-1B85-6B91-8508F80C00DC}"/>
              </a:ext>
            </a:extLst>
          </p:cNvPr>
          <p:cNvSpPr/>
          <p:nvPr/>
        </p:nvSpPr>
        <p:spPr>
          <a:xfrm>
            <a:off x="5603926" y="3059502"/>
            <a:ext cx="603849" cy="116169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39A97B-55AC-00BD-962C-CA81DA885C8C}"/>
              </a:ext>
            </a:extLst>
          </p:cNvPr>
          <p:cNvSpPr txBox="1"/>
          <p:nvPr/>
        </p:nvSpPr>
        <p:spPr>
          <a:xfrm>
            <a:off x="3602597" y="4612257"/>
            <a:ext cx="4606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정상적으로 </a:t>
            </a:r>
            <a:r>
              <a:rPr lang="ko-KR" altLang="en-US"/>
              <a:t>저장되어 있는 것을 알 수 있음</a:t>
            </a:r>
          </a:p>
        </p:txBody>
      </p:sp>
    </p:spTree>
    <p:extLst>
      <p:ext uri="{BB962C8B-B14F-4D97-AF65-F5344CB8AC3E}">
        <p14:creationId xmlns:p14="http://schemas.microsoft.com/office/powerpoint/2010/main" val="264068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74D17CF-EBEE-CAF6-B69D-EF13EB7A8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6" y="1483645"/>
            <a:ext cx="6367158" cy="204743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ABE3E9-6E27-781C-A1B8-CAECE379B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229" y="5003138"/>
            <a:ext cx="8522486" cy="9260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E1870A-9CF5-0E9C-1A24-6C077AA987F1}"/>
              </a:ext>
            </a:extLst>
          </p:cNvPr>
          <p:cNvSpPr txBox="1"/>
          <p:nvPr/>
        </p:nvSpPr>
        <p:spPr>
          <a:xfrm>
            <a:off x="1777042" y="304800"/>
            <a:ext cx="7424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 err="1"/>
              <a:t>리트리버</a:t>
            </a:r>
            <a:r>
              <a:rPr lang="ko-KR" altLang="en-US" sz="2800" dirty="0"/>
              <a:t> 만들기</a:t>
            </a:r>
          </a:p>
        </p:txBody>
      </p:sp>
    </p:spTree>
    <p:extLst>
      <p:ext uri="{BB962C8B-B14F-4D97-AF65-F5344CB8AC3E}">
        <p14:creationId xmlns:p14="http://schemas.microsoft.com/office/powerpoint/2010/main" val="2070586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3A1CC-8DBC-9623-AC95-6C7557BA2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F1D8F7-C1DB-1774-3FB2-3E878EDDB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9EA7A0-3E98-F1D8-8837-39062B488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85" y="1647812"/>
            <a:ext cx="10877630" cy="356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93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D4DC8-7145-2C56-C652-E040BEE6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랭그래프와</a:t>
            </a:r>
            <a:r>
              <a:rPr lang="ko-KR" altLang="en-US" dirty="0"/>
              <a:t> 연결하기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A4CB9D3-C785-C9DD-CABF-203B8E4AA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2456"/>
            <a:ext cx="5960670" cy="784661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7D1B6B0-89A6-A04B-897C-77B8E3278B35}"/>
              </a:ext>
            </a:extLst>
          </p:cNvPr>
          <p:cNvSpPr/>
          <p:nvPr/>
        </p:nvSpPr>
        <p:spPr>
          <a:xfrm>
            <a:off x="6993147" y="1690688"/>
            <a:ext cx="1063925" cy="2703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BB7FEF-4E66-6C0A-B010-CBDECB2534D1}"/>
              </a:ext>
            </a:extLst>
          </p:cNvPr>
          <p:cNvSpPr txBox="1"/>
          <p:nvPr/>
        </p:nvSpPr>
        <p:spPr>
          <a:xfrm>
            <a:off x="8160589" y="1593011"/>
            <a:ext cx="2599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Book_write.py</a:t>
            </a:r>
            <a:r>
              <a:rPr lang="ko-KR" altLang="en-US" dirty="0"/>
              <a:t>의 임포트문에 </a:t>
            </a:r>
            <a:r>
              <a:rPr lang="en-US" altLang="ko-KR" dirty="0"/>
              <a:t>retrieve </a:t>
            </a:r>
            <a:r>
              <a:rPr lang="ko-KR" altLang="en-US" dirty="0"/>
              <a:t>추가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FA7FFC-9266-734F-B165-AC3CD9498689}"/>
              </a:ext>
            </a:extLst>
          </p:cNvPr>
          <p:cNvSpPr txBox="1"/>
          <p:nvPr/>
        </p:nvSpPr>
        <p:spPr>
          <a:xfrm>
            <a:off x="8572621" y="5563402"/>
            <a:ext cx="3619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Supervisor </a:t>
            </a:r>
            <a:r>
              <a:rPr lang="ko-KR" altLang="en-US" dirty="0"/>
              <a:t>함수 프롬프트에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499B13-F90C-7A6E-8686-7E1E12086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4" y="3272693"/>
            <a:ext cx="8524937" cy="30956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093D39-7826-908C-34E4-B5843813830B}"/>
              </a:ext>
            </a:extLst>
          </p:cNvPr>
          <p:cNvSpPr txBox="1"/>
          <p:nvPr/>
        </p:nvSpPr>
        <p:spPr>
          <a:xfrm>
            <a:off x="660519" y="5680068"/>
            <a:ext cx="5917721" cy="178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FAC9E392-7351-E39F-A64F-D845D4F537F6}"/>
              </a:ext>
            </a:extLst>
          </p:cNvPr>
          <p:cNvSpPr/>
          <p:nvPr/>
        </p:nvSpPr>
        <p:spPr>
          <a:xfrm>
            <a:off x="6738070" y="5659637"/>
            <a:ext cx="1834551" cy="2703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746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15CE5FF-8B5F-B94B-0E53-A09DCF676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251"/>
            <a:ext cx="6296181" cy="2634748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BB1EDF1-A741-F779-243C-22D0B0C035EB}"/>
              </a:ext>
            </a:extLst>
          </p:cNvPr>
          <p:cNvSpPr/>
          <p:nvPr/>
        </p:nvSpPr>
        <p:spPr>
          <a:xfrm>
            <a:off x="6452558" y="1535502"/>
            <a:ext cx="1155940" cy="6211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C1E20-EF37-DB1D-1005-F2E46A830493}"/>
              </a:ext>
            </a:extLst>
          </p:cNvPr>
          <p:cNvSpPr txBox="1"/>
          <p:nvPr/>
        </p:nvSpPr>
        <p:spPr>
          <a:xfrm>
            <a:off x="7764875" y="1502459"/>
            <a:ext cx="3561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Supervisor_router</a:t>
            </a:r>
            <a:r>
              <a:rPr lang="en-US" altLang="ko-KR" dirty="0"/>
              <a:t> </a:t>
            </a:r>
            <a:r>
              <a:rPr lang="ko-KR" altLang="en-US" dirty="0"/>
              <a:t>함수 하단에 추가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A150A5-039C-D4CD-7A13-FC9B0F15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19423"/>
            <a:ext cx="6296181" cy="3638577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1B96A2D-0AA4-0BBB-40D1-863939143039}"/>
              </a:ext>
            </a:extLst>
          </p:cNvPr>
          <p:cNvSpPr/>
          <p:nvPr/>
        </p:nvSpPr>
        <p:spPr>
          <a:xfrm>
            <a:off x="6452558" y="4728160"/>
            <a:ext cx="1155940" cy="6211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FF62AF-2AA4-20B4-7408-1229C8F8B906}"/>
              </a:ext>
            </a:extLst>
          </p:cNvPr>
          <p:cNvSpPr txBox="1"/>
          <p:nvPr/>
        </p:nvSpPr>
        <p:spPr>
          <a:xfrm>
            <a:off x="7608498" y="4715545"/>
            <a:ext cx="4094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그래프 노드와 간선에 </a:t>
            </a:r>
            <a:r>
              <a:rPr lang="en-US" altLang="ko-KR" dirty="0" err="1"/>
              <a:t>vector_search_agent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2380160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E6A374B-CD7D-9B26-BB8A-A2CA1BA6C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93" y="681037"/>
            <a:ext cx="9686996" cy="25812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C71443-0455-3ACC-136B-4A65DED8B91D}"/>
              </a:ext>
            </a:extLst>
          </p:cNvPr>
          <p:cNvSpPr txBox="1"/>
          <p:nvPr/>
        </p:nvSpPr>
        <p:spPr>
          <a:xfrm>
            <a:off x="1500996" y="1408981"/>
            <a:ext cx="1702280" cy="1955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53FC7-B597-E5E0-116B-796A0FEF0B69}"/>
              </a:ext>
            </a:extLst>
          </p:cNvPr>
          <p:cNvSpPr txBox="1"/>
          <p:nvPr/>
        </p:nvSpPr>
        <p:spPr>
          <a:xfrm>
            <a:off x="1500996" y="2685691"/>
            <a:ext cx="5906219" cy="1667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24BBFC4-78FB-B64C-E054-68E91FD9F12E}"/>
              </a:ext>
            </a:extLst>
          </p:cNvPr>
          <p:cNvSpPr/>
          <p:nvPr/>
        </p:nvSpPr>
        <p:spPr>
          <a:xfrm>
            <a:off x="5506528" y="3429000"/>
            <a:ext cx="454325" cy="8439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6F0B83-CC53-2624-BEAF-400C9DAB6A49}"/>
              </a:ext>
            </a:extLst>
          </p:cNvPr>
          <p:cNvSpPr txBox="1"/>
          <p:nvPr/>
        </p:nvSpPr>
        <p:spPr>
          <a:xfrm>
            <a:off x="3743863" y="4514491"/>
            <a:ext cx="3979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Models.py </a:t>
            </a:r>
            <a:r>
              <a:rPr lang="ko-KR" altLang="en-US" dirty="0"/>
              <a:t>파일</a:t>
            </a:r>
            <a:endParaRPr lang="en-US" altLang="ko-KR" dirty="0"/>
          </a:p>
          <a:p>
            <a:r>
              <a:rPr lang="en-US" altLang="ko-KR" dirty="0"/>
              <a:t>Class</a:t>
            </a:r>
            <a:r>
              <a:rPr lang="ko-KR" altLang="en-US" dirty="0"/>
              <a:t>에 빨간색 박스 내용 추가</a:t>
            </a:r>
          </a:p>
        </p:txBody>
      </p:sp>
    </p:spTree>
    <p:extLst>
      <p:ext uri="{BB962C8B-B14F-4D97-AF65-F5344CB8AC3E}">
        <p14:creationId xmlns:p14="http://schemas.microsoft.com/office/powerpoint/2010/main" val="1292478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F097E6-BAD9-A44C-03CA-4B195A71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363F9-1FB8-1C96-4645-CE4E23BB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428DC1-23C5-FA3C-DF06-E1EEF0547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21" y="219335"/>
            <a:ext cx="10858579" cy="25431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D66997-03AB-B812-AAA8-AA115869A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70" y="3144495"/>
            <a:ext cx="10877630" cy="34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746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7DFACE0-C678-44ED-2679-8B3F4D1A5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58" y="983645"/>
            <a:ext cx="11053245" cy="994680"/>
          </a:xfrm>
          <a:prstGeom prst="rect">
            <a:avLst/>
          </a:prstGeom>
        </p:spPr>
      </p:pic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4F396EA0-8DB0-3D97-6B25-A00CD4E80F9D}"/>
              </a:ext>
            </a:extLst>
          </p:cNvPr>
          <p:cNvSpPr/>
          <p:nvPr/>
        </p:nvSpPr>
        <p:spPr>
          <a:xfrm>
            <a:off x="5454610" y="2146540"/>
            <a:ext cx="546340" cy="9834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0F698-0534-B803-6FA8-541DE00A9B5F}"/>
              </a:ext>
            </a:extLst>
          </p:cNvPr>
          <p:cNvSpPr txBox="1"/>
          <p:nvPr/>
        </p:nvSpPr>
        <p:spPr>
          <a:xfrm>
            <a:off x="2478497" y="3298167"/>
            <a:ext cx="6498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벡터 검색 에이전트에서 담당해야 할 작업인데</a:t>
            </a:r>
            <a:r>
              <a:rPr lang="en-US" altLang="ko-KR" dirty="0"/>
              <a:t>, </a:t>
            </a:r>
            <a:r>
              <a:rPr lang="ko-KR" altLang="en-US" dirty="0" err="1"/>
              <a:t>커뮤니케이터</a:t>
            </a:r>
            <a:r>
              <a:rPr lang="ko-KR" altLang="en-US" dirty="0"/>
              <a:t> 에이전트에서 처리하고 있기 때문에 발생하는 오류</a:t>
            </a:r>
          </a:p>
        </p:txBody>
      </p:sp>
    </p:spTree>
    <p:extLst>
      <p:ext uri="{BB962C8B-B14F-4D97-AF65-F5344CB8AC3E}">
        <p14:creationId xmlns:p14="http://schemas.microsoft.com/office/powerpoint/2010/main" val="3880996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AE730E1-5888-5AE3-23D3-7B1327A31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06"/>
            <a:ext cx="8153460" cy="4562508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15A3A62-AAEF-B58C-3EA3-56DCB4B29AC7}"/>
              </a:ext>
            </a:extLst>
          </p:cNvPr>
          <p:cNvSpPr/>
          <p:nvPr/>
        </p:nvSpPr>
        <p:spPr>
          <a:xfrm>
            <a:off x="7700513" y="1581509"/>
            <a:ext cx="799381" cy="356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13281-155C-CA33-F4D3-28D0A02BAE2E}"/>
              </a:ext>
            </a:extLst>
          </p:cNvPr>
          <p:cNvSpPr txBox="1"/>
          <p:nvPr/>
        </p:nvSpPr>
        <p:spPr>
          <a:xfrm>
            <a:off x="8499893" y="1298123"/>
            <a:ext cx="3013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가장 최근 작업을 가져와 </a:t>
            </a:r>
            <a:r>
              <a:rPr lang="en-US" altLang="ko-KR" dirty="0" err="1"/>
              <a:t>vector_search_agent</a:t>
            </a:r>
            <a:r>
              <a:rPr lang="ko-KR" altLang="en-US" dirty="0"/>
              <a:t>에서 처리 할 수 있는지 확인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0CCC6F5-CAFB-5089-D0FA-F46FECF9AD85}"/>
              </a:ext>
            </a:extLst>
          </p:cNvPr>
          <p:cNvSpPr/>
          <p:nvPr/>
        </p:nvSpPr>
        <p:spPr>
          <a:xfrm>
            <a:off x="5618672" y="3588589"/>
            <a:ext cx="3019245" cy="356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AD7D8D-DF15-FB97-5CE2-C535119DF688}"/>
              </a:ext>
            </a:extLst>
          </p:cNvPr>
          <p:cNvSpPr txBox="1"/>
          <p:nvPr/>
        </p:nvSpPr>
        <p:spPr>
          <a:xfrm>
            <a:off x="8637917" y="3588589"/>
            <a:ext cx="325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벡터 검색을 위한 프롬프트</a:t>
            </a:r>
          </a:p>
        </p:txBody>
      </p:sp>
    </p:spTree>
    <p:extLst>
      <p:ext uri="{BB962C8B-B14F-4D97-AF65-F5344CB8AC3E}">
        <p14:creationId xmlns:p14="http://schemas.microsoft.com/office/powerpoint/2010/main" val="34028518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AF27-4EB3-29BC-B2B2-155E09B80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55F653-64C0-A865-4AF0-E399A4D7B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C50901-E92F-4994-75C1-601FE5756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1" y="1464408"/>
            <a:ext cx="5305464" cy="40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449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071A2-BBC6-FBF0-72B0-0BB1FDB7B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558687-4CA0-FD0C-FC83-93CFA3992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0BD9C8-5C8F-E915-D80B-15C0B8287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97" y="981688"/>
            <a:ext cx="10906205" cy="41815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C9534E-8055-8DD2-3BE8-0CAF06CFC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97" y="5163194"/>
            <a:ext cx="10906204" cy="67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82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EB7641B-1CE1-2A8A-E930-B3A9C5ADE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27" y="700048"/>
            <a:ext cx="4724435" cy="5476915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4ABCE2C-61BE-0021-8E41-7A38BDDB8DFA}"/>
              </a:ext>
            </a:extLst>
          </p:cNvPr>
          <p:cNvSpPr/>
          <p:nvPr/>
        </p:nvSpPr>
        <p:spPr>
          <a:xfrm>
            <a:off x="3755366" y="1940942"/>
            <a:ext cx="1570008" cy="2127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D8D59-C186-0362-DBE0-F483F4C272C7}"/>
              </a:ext>
            </a:extLst>
          </p:cNvPr>
          <p:cNvSpPr txBox="1"/>
          <p:nvPr/>
        </p:nvSpPr>
        <p:spPr>
          <a:xfrm>
            <a:off x="5428889" y="1724168"/>
            <a:ext cx="4405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Args</a:t>
            </a:r>
            <a:r>
              <a:rPr lang="ko-KR" altLang="en-US" dirty="0"/>
              <a:t>값 중 </a:t>
            </a:r>
            <a:r>
              <a:rPr lang="en-US" altLang="ko-KR" dirty="0"/>
              <a:t>query</a:t>
            </a:r>
            <a:r>
              <a:rPr lang="ko-KR" altLang="en-US" dirty="0"/>
              <a:t>값을 </a:t>
            </a:r>
            <a:r>
              <a:rPr lang="en-US" altLang="ko-KR" dirty="0"/>
              <a:t>queries</a:t>
            </a:r>
            <a:r>
              <a:rPr lang="ko-KR" altLang="en-US" dirty="0"/>
              <a:t>에 추가</a:t>
            </a:r>
            <a:endParaRPr lang="en-US" altLang="ko-KR" dirty="0"/>
          </a:p>
          <a:p>
            <a:r>
              <a:rPr lang="en-US" altLang="ko-KR" dirty="0" err="1"/>
              <a:t>Retrieved_docs</a:t>
            </a:r>
            <a:r>
              <a:rPr lang="ko-KR" altLang="en-US" dirty="0"/>
              <a:t>로 받은 값도 </a:t>
            </a:r>
            <a:r>
              <a:rPr lang="en-US" altLang="ko-KR" dirty="0"/>
              <a:t>docs</a:t>
            </a:r>
            <a:r>
              <a:rPr lang="ko-KR" altLang="en-US" dirty="0"/>
              <a:t>로 추가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9F4BEC7-3803-D1D5-76CA-561B94BFF369}"/>
              </a:ext>
            </a:extLst>
          </p:cNvPr>
          <p:cNvSpPr/>
          <p:nvPr/>
        </p:nvSpPr>
        <p:spPr>
          <a:xfrm>
            <a:off x="4611547" y="3225720"/>
            <a:ext cx="1178943" cy="2127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79A439-F913-49AA-8704-86535E667582}"/>
              </a:ext>
            </a:extLst>
          </p:cNvPr>
          <p:cNvSpPr txBox="1"/>
          <p:nvPr/>
        </p:nvSpPr>
        <p:spPr>
          <a:xfrm>
            <a:off x="5842959" y="3147446"/>
            <a:ext cx="472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중복없이</a:t>
            </a:r>
            <a:r>
              <a:rPr lang="ko-KR" altLang="en-US" dirty="0"/>
              <a:t> 정리된 </a:t>
            </a:r>
            <a:r>
              <a:rPr lang="ko-KR" altLang="en-US" dirty="0" err="1"/>
              <a:t>청크들만</a:t>
            </a:r>
            <a:r>
              <a:rPr lang="ko-KR" altLang="en-US" dirty="0"/>
              <a:t> </a:t>
            </a:r>
            <a:r>
              <a:rPr lang="en-US" altLang="ko-KR" dirty="0"/>
              <a:t>reference</a:t>
            </a:r>
            <a:r>
              <a:rPr lang="ko-KR" altLang="en-US" dirty="0"/>
              <a:t>에 추가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98DF2C78-AD4E-3245-D653-3742E0B0E852}"/>
              </a:ext>
            </a:extLst>
          </p:cNvPr>
          <p:cNvSpPr/>
          <p:nvPr/>
        </p:nvSpPr>
        <p:spPr>
          <a:xfrm>
            <a:off x="4611547" y="5124091"/>
            <a:ext cx="1178943" cy="2127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F5E19-9F2D-D140-33F5-1EA6288C3D36}"/>
              </a:ext>
            </a:extLst>
          </p:cNvPr>
          <p:cNvSpPr txBox="1"/>
          <p:nvPr/>
        </p:nvSpPr>
        <p:spPr>
          <a:xfrm>
            <a:off x="5957977" y="5045817"/>
            <a:ext cx="4609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검색한</a:t>
            </a:r>
            <a:r>
              <a:rPr lang="en-US" altLang="ko-KR" dirty="0"/>
              <a:t> </a:t>
            </a:r>
            <a:r>
              <a:rPr lang="ko-KR" altLang="en-US" dirty="0"/>
              <a:t>질의들과 검색된 </a:t>
            </a:r>
            <a:r>
              <a:rPr lang="ko-KR" altLang="en-US" dirty="0" err="1"/>
              <a:t>청크</a:t>
            </a:r>
            <a:r>
              <a:rPr lang="ko-KR" altLang="en-US" dirty="0"/>
              <a:t> 문서들 출력</a:t>
            </a:r>
          </a:p>
        </p:txBody>
      </p:sp>
    </p:spTree>
    <p:extLst>
      <p:ext uri="{BB962C8B-B14F-4D97-AF65-F5344CB8AC3E}">
        <p14:creationId xmlns:p14="http://schemas.microsoft.com/office/powerpoint/2010/main" val="3703406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C112360-BC90-2874-F419-B3F8373EC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70" y="1071545"/>
            <a:ext cx="6819950" cy="4714909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B0E2EF4-540D-8203-6FE4-C476857F4A78}"/>
              </a:ext>
            </a:extLst>
          </p:cNvPr>
          <p:cNvSpPr/>
          <p:nvPr/>
        </p:nvSpPr>
        <p:spPr>
          <a:xfrm>
            <a:off x="6544574" y="1857555"/>
            <a:ext cx="1570007" cy="3393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FCDBFF-01C5-CE2B-5464-3D7EB7C4C846}"/>
              </a:ext>
            </a:extLst>
          </p:cNvPr>
          <p:cNvSpPr txBox="1"/>
          <p:nvPr/>
        </p:nvSpPr>
        <p:spPr>
          <a:xfrm>
            <a:off x="8258355" y="1650521"/>
            <a:ext cx="3600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Task </a:t>
            </a:r>
            <a:r>
              <a:rPr lang="ko-KR" altLang="en-US" dirty="0"/>
              <a:t>완료 시</a:t>
            </a:r>
            <a:r>
              <a:rPr lang="en-US" altLang="ko-KR" dirty="0"/>
              <a:t>, done = True</a:t>
            </a:r>
            <a:r>
              <a:rPr lang="ko-KR" altLang="en-US" dirty="0"/>
              <a:t>로 처리하고</a:t>
            </a:r>
            <a:r>
              <a:rPr lang="en-US" altLang="ko-KR" dirty="0"/>
              <a:t>, Task </a:t>
            </a:r>
            <a:r>
              <a:rPr lang="ko-KR" altLang="en-US" dirty="0"/>
              <a:t>객체를 생성해 </a:t>
            </a:r>
            <a:r>
              <a:rPr lang="en-US" altLang="ko-KR" dirty="0" err="1"/>
              <a:t>new_task</a:t>
            </a:r>
            <a:r>
              <a:rPr lang="ko-KR" altLang="en-US" dirty="0"/>
              <a:t>에 저장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AE74AC5-AC3E-FA09-E74D-7C1CE8F4B87D}"/>
              </a:ext>
            </a:extLst>
          </p:cNvPr>
          <p:cNvSpPr/>
          <p:nvPr/>
        </p:nvSpPr>
        <p:spPr>
          <a:xfrm>
            <a:off x="6354792" y="3795623"/>
            <a:ext cx="1759789" cy="3393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9D6D58-E7D9-80E2-02FB-4A0374D37D4D}"/>
              </a:ext>
            </a:extLst>
          </p:cNvPr>
          <p:cNvSpPr txBox="1"/>
          <p:nvPr/>
        </p:nvSpPr>
        <p:spPr>
          <a:xfrm>
            <a:off x="8177842" y="3663351"/>
            <a:ext cx="3600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작업 후기를 </a:t>
            </a:r>
            <a:r>
              <a:rPr lang="en-US" altLang="ko-KR" dirty="0" err="1"/>
              <a:t>AIMessage</a:t>
            </a:r>
            <a:r>
              <a:rPr lang="ko-KR" altLang="en-US" dirty="0"/>
              <a:t>로 생성하여 진행상황 파악</a:t>
            </a:r>
          </a:p>
        </p:txBody>
      </p:sp>
    </p:spTree>
    <p:extLst>
      <p:ext uri="{BB962C8B-B14F-4D97-AF65-F5344CB8AC3E}">
        <p14:creationId xmlns:p14="http://schemas.microsoft.com/office/powerpoint/2010/main" val="27026771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52F9608-2C48-E8E2-30A8-33CCF2B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87" y="452000"/>
            <a:ext cx="8622005" cy="1077751"/>
          </a:xfrm>
          <a:prstGeom prst="rect">
            <a:avLst/>
          </a:prstGeom>
        </p:spPr>
      </p:pic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914EAE94-26C6-52D2-D7F4-B0FE9CD4E46C}"/>
              </a:ext>
            </a:extLst>
          </p:cNvPr>
          <p:cNvSpPr/>
          <p:nvPr/>
        </p:nvSpPr>
        <p:spPr>
          <a:xfrm>
            <a:off x="5308121" y="1702279"/>
            <a:ext cx="368060" cy="8453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7FCBD-E1C7-0DB1-B280-ED9D933C5E9B}"/>
              </a:ext>
            </a:extLst>
          </p:cNvPr>
          <p:cNvSpPr txBox="1"/>
          <p:nvPr/>
        </p:nvSpPr>
        <p:spPr>
          <a:xfrm>
            <a:off x="3683479" y="2590013"/>
            <a:ext cx="3617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이런식으로</a:t>
            </a:r>
            <a:r>
              <a:rPr lang="ko-KR" altLang="en-US" dirty="0"/>
              <a:t> </a:t>
            </a:r>
            <a:r>
              <a:rPr lang="en-US" altLang="ko-KR" dirty="0" err="1"/>
              <a:t>TypeError</a:t>
            </a:r>
            <a:r>
              <a:rPr lang="en-US" altLang="ko-KR" dirty="0"/>
              <a:t> </a:t>
            </a:r>
            <a:r>
              <a:rPr lang="ko-KR" altLang="en-US" dirty="0"/>
              <a:t>뜰 시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329E6E5-75A6-01A6-A157-87D57BA5B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070" y="3238598"/>
            <a:ext cx="5072160" cy="369332"/>
          </a:xfrm>
          <a:prstGeom prst="rect">
            <a:avLst/>
          </a:prstGeom>
        </p:spPr>
      </p:pic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1B65D1A8-918D-D77D-D3C0-0A1CDEF2E5BE}"/>
              </a:ext>
            </a:extLst>
          </p:cNvPr>
          <p:cNvSpPr/>
          <p:nvPr/>
        </p:nvSpPr>
        <p:spPr>
          <a:xfrm>
            <a:off x="5359879" y="3830128"/>
            <a:ext cx="316302" cy="9834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F13124D-BD70-4BA5-D3CD-B20794D65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420" y="4954775"/>
            <a:ext cx="5255445" cy="2958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8435C5-E779-7861-4DC4-55559AE42F58}"/>
              </a:ext>
            </a:extLst>
          </p:cNvPr>
          <p:cNvSpPr txBox="1"/>
          <p:nvPr/>
        </p:nvSpPr>
        <p:spPr>
          <a:xfrm>
            <a:off x="2808052" y="5578415"/>
            <a:ext cx="5366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.invoke </a:t>
            </a:r>
            <a:r>
              <a:rPr lang="ko-KR" altLang="en-US" dirty="0"/>
              <a:t>추가 후 실행</a:t>
            </a:r>
          </a:p>
        </p:txBody>
      </p:sp>
    </p:spTree>
    <p:extLst>
      <p:ext uri="{BB962C8B-B14F-4D97-AF65-F5344CB8AC3E}">
        <p14:creationId xmlns:p14="http://schemas.microsoft.com/office/powerpoint/2010/main" val="37574721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C7888-8300-8001-5A2A-505CC265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29FC4B-9F0E-95EF-B188-CE0F450EB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EC866C-DE91-3B00-8D86-C77FA1FD0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73" y="652442"/>
            <a:ext cx="10849054" cy="555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091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1CF93-915C-4E48-FFD8-A45DD7C8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참고자료 저장하기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0AABEB-50F9-40F9-D17A-EBB7CCFFC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3" y="1975979"/>
            <a:ext cx="6734224" cy="2457468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4033BA5-49D5-7D4D-5E0A-CB637582C861}"/>
              </a:ext>
            </a:extLst>
          </p:cNvPr>
          <p:cNvSpPr/>
          <p:nvPr/>
        </p:nvSpPr>
        <p:spPr>
          <a:xfrm>
            <a:off x="5319623" y="3069566"/>
            <a:ext cx="1984075" cy="359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467EE-A356-3808-FF36-75743FBB1170}"/>
              </a:ext>
            </a:extLst>
          </p:cNvPr>
          <p:cNvSpPr txBox="1"/>
          <p:nvPr/>
        </p:nvSpPr>
        <p:spPr>
          <a:xfrm>
            <a:off x="7464724" y="2510619"/>
            <a:ext cx="39695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References</a:t>
            </a:r>
            <a:r>
              <a:rPr lang="ko-KR" altLang="en-US" dirty="0"/>
              <a:t>에 담긴 문서 </a:t>
            </a:r>
            <a:r>
              <a:rPr lang="ko-KR" altLang="en-US" dirty="0" err="1"/>
              <a:t>청크는</a:t>
            </a:r>
            <a:r>
              <a:rPr lang="ko-KR" altLang="en-US" dirty="0"/>
              <a:t> </a:t>
            </a:r>
            <a:r>
              <a:rPr lang="ko-KR" altLang="en-US" dirty="0" err="1"/>
              <a:t>랭체인의</a:t>
            </a:r>
            <a:r>
              <a:rPr lang="ko-KR" altLang="en-US" dirty="0"/>
              <a:t> </a:t>
            </a:r>
            <a:r>
              <a:rPr lang="en-US" altLang="ko-KR" dirty="0"/>
              <a:t>Document </a:t>
            </a:r>
            <a:r>
              <a:rPr lang="ko-KR" altLang="en-US" dirty="0"/>
              <a:t>객체로 되어 있어 바로 </a:t>
            </a:r>
            <a:r>
              <a:rPr lang="ko-KR" altLang="en-US" dirty="0" err="1"/>
              <a:t>딕셔너리로</a:t>
            </a:r>
            <a:r>
              <a:rPr lang="ko-KR" altLang="en-US" dirty="0"/>
              <a:t> 만들 수 없음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Metadata</a:t>
            </a:r>
            <a:r>
              <a:rPr lang="ko-KR" altLang="en-US" dirty="0"/>
              <a:t>로 추출 후 저장</a:t>
            </a:r>
          </a:p>
        </p:txBody>
      </p:sp>
    </p:spTree>
    <p:extLst>
      <p:ext uri="{BB962C8B-B14F-4D97-AF65-F5344CB8AC3E}">
        <p14:creationId xmlns:p14="http://schemas.microsoft.com/office/powerpoint/2010/main" val="28706234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6DAB4-CBAB-ACCF-993C-40A5B92A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D57D83-B456-546E-F07E-C501915C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B665BB-937B-D86B-8744-B75C6BB82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74" y="1081051"/>
            <a:ext cx="9734621" cy="509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1569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47691C-D5BA-A8BA-47ED-90736E757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5313"/>
            <a:ext cx="10515600" cy="57916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altLang="ko-KR" sz="8000" dirty="0"/>
          </a:p>
          <a:p>
            <a:pPr marL="0" indent="0" algn="ctr">
              <a:buNone/>
            </a:pPr>
            <a:endParaRPr lang="en-US" altLang="ko-KR" sz="8000" dirty="0"/>
          </a:p>
          <a:p>
            <a:pPr marL="0" indent="0" algn="ctr">
              <a:buNone/>
            </a:pPr>
            <a:r>
              <a:rPr lang="en-US" altLang="ko-KR" sz="8000" dirty="0" err="1"/>
              <a:t>QnA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1657860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394</Words>
  <Application>Microsoft Office PowerPoint</Application>
  <PresentationFormat>와이드스크린</PresentationFormat>
  <Paragraphs>64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1" baseType="lpstr">
      <vt:lpstr>맑은 고딕</vt:lpstr>
      <vt:lpstr>Arial</vt:lpstr>
      <vt:lpstr>Office 테마</vt:lpstr>
      <vt:lpstr>웹 검색과 RAG를 활용하는 벡터 검색 에이전트</vt:lpstr>
      <vt:lpstr>목차</vt:lpstr>
      <vt:lpstr>타빌리 검색 함수 만들기</vt:lpstr>
      <vt:lpstr>PowerPoint 프레젠테이션</vt:lpstr>
      <vt:lpstr>PowerPoint 프레젠테이션</vt:lpstr>
      <vt:lpstr>WebBaseLoader로 페이지 읽기</vt:lpstr>
      <vt:lpstr>PowerPoint 프레젠테이션</vt:lpstr>
      <vt:lpstr>PowerPoint 프레젠테이션</vt:lpstr>
      <vt:lpstr>PowerPoint 프레젠테이션</vt:lpstr>
      <vt:lpstr>JSON 형태로 저장하기</vt:lpstr>
      <vt:lpstr>PowerPoint 프레젠테이션</vt:lpstr>
      <vt:lpstr>PowerPoint 프레젠테이션</vt:lpstr>
      <vt:lpstr>랭체인 Document 객체로 변환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랭그래프와 연결하기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참고자료 저장하기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웅현 이</dc:creator>
  <cp:lastModifiedBy>웅현 이</cp:lastModifiedBy>
  <cp:revision>4</cp:revision>
  <dcterms:created xsi:type="dcterms:W3CDTF">2026-05-17T09:29:28Z</dcterms:created>
  <dcterms:modified xsi:type="dcterms:W3CDTF">2026-05-20T07:04:15Z</dcterms:modified>
</cp:coreProperties>
</file>